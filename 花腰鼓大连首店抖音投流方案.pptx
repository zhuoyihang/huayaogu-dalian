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2376" y="0"/>
            <a:ext cx="3657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84C"/>
                </a:solidFill>
                <a:latin typeface="Microsoft YaHei"/>
              </a:rPr>
              <a:t>成都弯道超车传媒有限公司  |  CHENGDU WANDAOCHAOCHÉ MEDIA  |  专项策划提案 · 2026  |  仅供受邀方阅览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66928"/>
            <a:ext cx="54864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DF6EC"/>
                </a:solidFill>
                <a:latin typeface="Microsoft YaHei"/>
              </a:rPr>
              <a:t>花腰鼓·云南小炒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84C"/>
                </a:solidFill>
                <a:latin typeface="Microsoft YaHei"/>
              </a:rPr>
              <a:t>【繁花系列】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DF6EC"/>
                </a:solidFill>
                <a:latin typeface="Microsoft YaHei"/>
              </a:rPr>
              <a:t>大连首店 抖音带货 + 投流方案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29260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总预算  ¥50,000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4C3A"/>
                </a:solidFill>
                <a:latin typeface="Microsoft YaHei"/>
              </a:rPr>
              <a:t>目标门店：花腰鼓·云南小炒（万象汇店）| 中华路街道山东路350号华南万象汇L4层42号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4C3A"/>
                </a:solidFill>
                <a:latin typeface="Microsoft YaHei"/>
              </a:rPr>
              <a:t>提案出品：成都弯道超车传媒有限公司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02 · BRAND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品牌定位基因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9A84C"/>
                </a:solidFill>
                <a:latin typeface="Microsoft YaHei"/>
              </a:rPr>
              <a:t>从云南到云南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4C3A"/>
                </a:solidFill>
                <a:latin typeface="Microsoft YaHei"/>
              </a:rPr>
              <a:t>漂亮饭·小资餐厅·繁花美学首店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03 ·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抖音推广核心策略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4C3A"/>
                </a:solidFill>
                <a:latin typeface="Microsoft YaHei"/>
              </a:rPr>
              <a:t>三层流量矩阵 × 带货闭环设计，从内容爆发到精准收割转化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04 · EXECUTION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分阶段执行节奏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4C3A"/>
                </a:solidFill>
                <a:latin typeface="Microsoft YaHei"/>
              </a:rPr>
              <a:t>开业前后4周滚动推进，以自然内容爆发为核心，投流为加速器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05 · CONTENT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内容达人矩阵配置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4C3A"/>
                </a:solidFill>
                <a:latin typeface="Microsoft YaHei"/>
              </a:rPr>
              <a:t>三级达人漏斗，以云剪量铺声量，以KOL质带信任，以投流放大ROI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84C"/>
                </a:solidFill>
                <a:latin typeface="Microsoft YaHei"/>
              </a:rPr>
              <a:t>▸ 操作案例参考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KPI DATA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数据目标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4C3A"/>
                </a:solidFill>
                <a:latin typeface="Microsoft YaHei"/>
              </a:rPr>
              <a:t>核心KPI指标，开业30天全面达标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566160" cy="2103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万+抖音曝光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精准本地流量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3566160" cy="2103120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600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1000+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视频发布量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开业前3天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2103120"/>
          </a:xfrm>
          <a:prstGeom prst="rect">
            <a:avLst/>
          </a:prstGeom>
          <a:solidFill>
            <a:srgbClr val="4A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00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万+点评曝光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大众点评保底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566160" cy="2103120"/>
          </a:xfrm>
          <a:prstGeom prst="rect">
            <a:avLst/>
          </a:prstGeom>
          <a:solidFill>
            <a:srgbClr val="55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4.4+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目标评分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166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满月达标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749039"/>
            <a:ext cx="3566160" cy="2103120"/>
          </a:xfrm>
          <a:prstGeom prst="rect">
            <a:avLst/>
          </a:prstGeom>
          <a:solidFill>
            <a:srgbClr val="004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59" y="3886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1000+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预售券订单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5166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带货核销目标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749039"/>
            <a:ext cx="3566160" cy="210312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886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TOP3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54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F6EC"/>
                </a:solidFill>
                <a:latin typeface="Microsoft YaHei"/>
              </a:rPr>
              <a:t>热门榜排名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166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C97A"/>
                </a:solidFill>
                <a:latin typeface="Microsoft YaHei"/>
              </a:rPr>
              <a:t>大连云南菜榜单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07 · MEITUAN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美团点评联动策略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4C3A"/>
                </a:solidFill>
                <a:latin typeface="Microsoft YaHei"/>
              </a:rPr>
              <a:t>参考ICD开业方案，点评端形成口碑护城河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11612880" cy="896112"/>
          </a:xfrm>
          <a:prstGeom prst="rect">
            <a:avLst/>
          </a:prstGeom>
          <a:solidFill>
            <a:srgbClr val="28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Microsoft YaHei"/>
              </a:rPr>
              <a:t>🎯 商户通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739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DF6EC"/>
                </a:solidFill>
                <a:latin typeface="Microsoft YaHei"/>
              </a:rPr>
              <a:t>商户通提前5天开通，配合预售活动进行5图宣传预热，提前锁定首批曝光流量。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繁花系列 · 美学设计方向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DF6EC"/>
                </a:solidFill>
                <a:latin typeface="Microsoft YaHei"/>
              </a:rPr>
              <a:t>繁花系列 · 美学设计方向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84C"/>
                </a:solidFill>
                <a:latin typeface="Microsoft YaHei"/>
              </a:rPr>
              <a:t>🎨 繁花色彩体系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84C"/>
                </a:solidFill>
                <a:latin typeface="Microsoft YaHei"/>
              </a:rPr>
              <a:t>✶ 设计三大支柱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84C"/>
                </a:solidFill>
                <a:latin typeface="Microsoft YaHei"/>
              </a:rPr>
              <a:t>▸ 内容调性表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84C"/>
                </a:solidFill>
                <a:latin typeface="Microsoft YaHei"/>
              </a:rPr>
              <a:t>06 · 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DF6EC"/>
                </a:solidFill>
                <a:latin typeface="Microsoft YaHei"/>
              </a:rPr>
              <a:t>项目执行总结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4C3A"/>
                </a:solidFill>
                <a:latin typeface="Microsoft YaHei"/>
              </a:rPr>
              <a:t>每一分钱都花在刀刃上，流量与内容双轮驱动，效果最大化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081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费用板块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408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具体项目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4081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执行标准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4081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预期产出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37360"/>
            <a:ext cx="11612880" cy="438912"/>
          </a:xfrm>
          <a:prstGeom prst="rect">
            <a:avLst/>
          </a:prstGeom>
          <a:solidFill>
            <a:srgbClr val="200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内容生产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773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云剪素材拍摄+批量制作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7739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繁花系列主推菜品3-5款，制作1000+模板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773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1000+条本地IP发布素材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94560"/>
            <a:ext cx="11612880" cy="438912"/>
          </a:xfrm>
          <a:prstGeom prst="rect">
            <a:avLst/>
          </a:prstGeom>
          <a:solidFill>
            <a:srgbClr val="180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311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本地KOC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2311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大连本地KOC实探达人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2311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40条实探视频，氛围感+卡点风格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2311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40条高质量探店内容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51760"/>
            <a:ext cx="11612880" cy="438912"/>
          </a:xfrm>
          <a:prstGeom prst="rect">
            <a:avLst/>
          </a:prstGeom>
          <a:solidFill>
            <a:srgbClr val="200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883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头部KOL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6883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全国头部云剪+本地KOL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6883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20条以上，卡点类型，大连话题标签加持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88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20+条高信任度权威内容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08960"/>
            <a:ext cx="11612880" cy="438912"/>
          </a:xfrm>
          <a:prstGeom prst="rect">
            <a:avLst/>
          </a:prstGeom>
          <a:solidFill>
            <a:srgbClr val="180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145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抖音投流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1455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DOU+精准投放（本地生活）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1455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筛选高数据素材，定向大连25-40岁女性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1455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≥300万精准曝光，ROI≥3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66160"/>
            <a:ext cx="11612880" cy="438912"/>
          </a:xfrm>
          <a:prstGeom prst="rect">
            <a:avLst/>
          </a:prstGeom>
          <a:solidFill>
            <a:srgbClr val="200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602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预售代金券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36027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¥60/¥100代金券带货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6027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3张券组合，抖音橱窗挂载带货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6027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直接带货转化，1000+订单目标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23360"/>
            <a:ext cx="11612880" cy="438912"/>
          </a:xfrm>
          <a:prstGeom prst="rect">
            <a:avLst/>
          </a:prstGeom>
          <a:solidFill>
            <a:srgbClr val="180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059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点星笔记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059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大众点评点星笔记达人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0599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20位5星笔记达人，高质量图文笔记，覆盖菜品视觉/环境氛围/服务体验三大维度，15万曝光保底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059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6020"/>
                </a:solidFill>
                <a:latin typeface="Microsoft YaHei"/>
              </a:rPr>
              <a:t>15万曝光保底 · 评分稳定4.4+ · 热门榜TOP3
※ 平台费用，不包含在本次方案预算内，仅作执行提示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80560"/>
            <a:ext cx="11612880" cy="438912"/>
          </a:xfrm>
          <a:prstGeom prst="rect">
            <a:avLst/>
          </a:prstGeom>
          <a:solidFill>
            <a:srgbClr val="200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5171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免费菜蓄水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5171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开业前评分预埋（免费菜）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5171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提前激励真实用户评分，初始分保障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5171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上线初始分≥4.0，快速达标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612880" cy="438912"/>
          </a:xfrm>
          <a:prstGeom prst="rect">
            <a:avLst/>
          </a:prstGeom>
          <a:solidFill>
            <a:srgbClr val="180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9743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A84C"/>
                </a:solidFill>
                <a:latin typeface="Microsoft YaHei"/>
              </a:rPr>
              <a:t>机动备用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9743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DF6EC"/>
                </a:solidFill>
                <a:latin typeface="Microsoft YaHei"/>
              </a:rPr>
              <a:t>数据追投+突发素材补充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49743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根据前2周数据灵活追投爆款内容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4974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DF6EC"/>
                </a:solidFill>
                <a:latin typeface="Microsoft YaHei"/>
              </a:rPr>
              <a:t>弹性应对爆款内容追投需求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52376" y="0"/>
            <a:ext cx="3657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9A84C"/>
                </a:solidFill>
                <a:latin typeface="Microsoft YaHei"/>
              </a:rPr>
              <a:t>PROPOSAL · 2026 · DALIAN FIRST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DF6EC"/>
                </a:solidFill>
                <a:latin typeface="Microsoft YaHei"/>
              </a:rPr>
              <a:t>繁花已备好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84C"/>
                </a:solidFill>
                <a:latin typeface="Microsoft YaHei"/>
              </a:rPr>
              <a:t>只等一声确认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B4C3A"/>
                </a:solidFill>
                <a:latin typeface="Microsoft YaHei"/>
              </a:rPr>
              <a:t>这份方案，是我们在合作正式开启之前，
      出于对「花腰鼓·繁花系列」品牌的判断与信心，
      提前完成的一份诚意之作。
      每一个策略节点，都已为大连首店量身测算。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4297680"/>
            <a:ext cx="4297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32511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期待尽快确认合作意向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3776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6B4C3A"/>
                </a:solidFill>
                <a:latin typeface="Microsoft YaHei"/>
              </a:rPr>
              <a:t>提案出品 &amp;nbsp;·&amp;nbsp; 成都弯道超车传媒有限公司
      CHENGDU WANDAOCHAOCHÉ MEDIA CO., LTD.
      专项策划 &amp;nbsp;/&amp;nbsp; 抖音代运营 &amp;nbsp;/&amp;nbsp; 美团联动增长
      本提案文件仅供受邀方阅览，未经授权请勿转发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6035040"/>
            <a:ext cx="3383280" cy="457200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6035040"/>
            <a:ext cx="33832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6062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9A84C"/>
                </a:solidFill>
                <a:latin typeface="Microsoft YaHei"/>
              </a:rPr>
              <a:t>FOR RECIPIENT ONLY · 仅供受邀方阅览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